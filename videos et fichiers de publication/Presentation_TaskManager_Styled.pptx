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-8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Spring Boot Monolithique vs Microservices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Étude de cas : TaskManager Microservices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 </a:t>
            </a:r>
            <a:r>
              <a:rPr dirty="0" err="1"/>
              <a:t>monolithe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les </a:t>
            </a:r>
            <a:r>
              <a:rPr dirty="0" err="1"/>
              <a:t>microservices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Découvrir</a:t>
            </a:r>
            <a:r>
              <a:rPr dirty="0"/>
              <a:t> Spring Cloud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Analyser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architecture </a:t>
            </a:r>
            <a:r>
              <a:rPr dirty="0" err="1"/>
              <a:t>réelle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Application Spring Boot classique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Monolithe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Utilisateurs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Tâches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Authentification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Base de données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Avantages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Développement rapide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Architecture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Débogage facile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Inconvénients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Scalabilité limitée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Couplage fort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Maintenance difficile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Pourquoi les microservices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Services indépendants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indépendant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Scalabilité indépendante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Architecture TaskManager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49" y="1487774"/>
            <a:ext cx="2465884" cy="4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Point d'entrée unique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Routage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Sécurité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Centralisation des accès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Eureka Discovery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Enregistrement des services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Découverte dynamique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Tolérance aux changements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Communication entre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RestTemplate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WebClient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OpenFeign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Comparaison Monolithe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Monolithe :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Microservices : scalable et flexible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Code java de </a:t>
            </a:r>
            <a:r>
              <a:rPr lang="fr-FR" dirty="0" err="1" smtClean="0"/>
              <a:t>Taskmanager</a:t>
            </a:r>
            <a:r>
              <a:rPr lang="fr-FR" dirty="0" smtClean="0"/>
              <a:t> sous </a:t>
            </a:r>
            <a:r>
              <a:rPr lang="fr-FR" dirty="0" err="1" smtClean="0"/>
              <a:t>IntelliJ</a:t>
            </a:r>
            <a:endParaRPr lang="fr-F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43" y="1600200"/>
            <a:ext cx="675002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92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Démonatration</a:t>
            </a:r>
            <a:r>
              <a:rPr lang="fr-FR" dirty="0" smtClean="0"/>
              <a:t> de </a:t>
            </a:r>
            <a:r>
              <a:rPr lang="fr-FR" dirty="0" err="1" smtClean="0"/>
              <a:t>TaskManager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1. </a:t>
            </a:r>
            <a:r>
              <a:rPr lang="fr-FR" dirty="0" err="1" smtClean="0"/>
              <a:t>Ecren</a:t>
            </a:r>
            <a:r>
              <a:rPr lang="fr-FR" dirty="0" smtClean="0"/>
              <a:t> de connexion utilisateur</a:t>
            </a:r>
          </a:p>
          <a:p>
            <a:r>
              <a:rPr lang="fr-FR" dirty="0" smtClean="0"/>
              <a:t>…</a:t>
            </a:r>
          </a:p>
          <a:p>
            <a:r>
              <a:rPr lang="fr-FR" dirty="0" smtClean="0"/>
              <a:t>…</a:t>
            </a: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smtClean="0"/>
              <a:t>2. Ecran de gestion de taches</a:t>
            </a:r>
          </a:p>
          <a:p>
            <a:r>
              <a:rPr lang="fr-FR" dirty="0" smtClean="0"/>
              <a:t>…</a:t>
            </a:r>
          </a:p>
          <a:p>
            <a:r>
              <a:rPr lang="fr-FR" dirty="0" smtClean="0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155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Spring Boot + Spring Cloud = architecture moderne et évolutive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145</Words>
  <Application>Microsoft Office PowerPoint</Application>
  <PresentationFormat>Affichage à l'écran (4:3)</PresentationFormat>
  <Paragraphs>54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Office Theme</vt:lpstr>
      <vt:lpstr>Spring Boot Monolithique vs Microservices</vt:lpstr>
      <vt:lpstr>Objectifs</vt:lpstr>
      <vt:lpstr>Application Spring Boot classique</vt:lpstr>
      <vt:lpstr>Avantages du monolithe</vt:lpstr>
      <vt:lpstr>Inconvénients du monolithe</vt:lpstr>
      <vt:lpstr>Pourquoi les microservices ?</vt:lpstr>
      <vt:lpstr>Architecture TaskManager</vt:lpstr>
      <vt:lpstr>API Gateway</vt:lpstr>
      <vt:lpstr>Eureka Discovery Server</vt:lpstr>
      <vt:lpstr>Communication entre services</vt:lpstr>
      <vt:lpstr>Comparaison Monolithe vs Microservices</vt:lpstr>
      <vt:lpstr>Code java de Taskmanager sous IntelliJ</vt:lpstr>
      <vt:lpstr>Démonatration de TaskManager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Monolithique vs Microservices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2026-06-23T16:06:23Z</dcterms:modified>
  <cp:category/>
</cp:coreProperties>
</file>