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71" r:id="rId14"/>
    <p:sldId id="268" r:id="rId15"/>
    <p:sldId id="273" r:id="rId16"/>
    <p:sldId id="269" r:id="rId17"/>
    <p:sldId id="272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-89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Spring Boot Monolithique vs Microservices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Étude de cas : TaskManager Microservices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 </a:t>
            </a:r>
            <a:r>
              <a:rPr dirty="0" err="1"/>
              <a:t>monolithe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les </a:t>
            </a:r>
            <a:r>
              <a:rPr dirty="0" err="1"/>
              <a:t>microservices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Découvrir</a:t>
            </a:r>
            <a:r>
              <a:rPr dirty="0"/>
              <a:t> Spring Cloud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Analyser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architecture </a:t>
            </a:r>
            <a:r>
              <a:rPr dirty="0" err="1"/>
              <a:t>réelle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Application Spring Boot classique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Monolithe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Utilisateurs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Tâches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Authentification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Base de données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Avantages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Développement rapide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Architecture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Débogage facile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Inconvénients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Scalabilité limitée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Couplage fort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Maintenance difficile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Pourquoi les microservices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Services indépendants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indépendant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Scalabilité indépendante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Architecture TaskManager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49" y="1487774"/>
            <a:ext cx="2465884" cy="4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Point d'entrée unique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Routage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Sécurité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Centralisation des accès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rPr dirty="0"/>
              <a:t>Eureka Discovery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Enregistrement des services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Découverte dynamique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Tolérance aux changements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Spring</a:t>
            </a:r>
            <a:r>
              <a:rPr lang="fr-FR" b="1" dirty="0" smtClean="0">
                <a:solidFill>
                  <a:srgbClr val="002060"/>
                </a:solidFill>
              </a:rPr>
              <a:t> cloud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Composante qui complète </a:t>
            </a:r>
            <a:r>
              <a:rPr lang="fr-FR" dirty="0" err="1" smtClean="0"/>
              <a:t>Spring</a:t>
            </a:r>
            <a:r>
              <a:rPr lang="fr-FR" dirty="0" smtClean="0"/>
              <a:t> boot avec les fonctionnalités nécessaires aux </a:t>
            </a:r>
            <a:r>
              <a:rPr lang="fr-FR" dirty="0" err="1" smtClean="0"/>
              <a:t>microservices</a:t>
            </a:r>
            <a:r>
              <a:rPr lang="fr-FR" dirty="0" smtClean="0"/>
              <a:t> :</a:t>
            </a:r>
          </a:p>
          <a:p>
            <a:r>
              <a:rPr lang="fr-FR" dirty="0" smtClean="0"/>
              <a:t>Découverte des services avec Eureka </a:t>
            </a:r>
            <a:r>
              <a:rPr lang="fr-FR" dirty="0" err="1" smtClean="0"/>
              <a:t>Discovery</a:t>
            </a:r>
            <a:endParaRPr lang="fr-FR" dirty="0" smtClean="0"/>
          </a:p>
          <a:p>
            <a:r>
              <a:rPr lang="fr-FR" dirty="0" smtClean="0"/>
              <a:t>Centralisation des accès grâce à l’API Gateway</a:t>
            </a:r>
          </a:p>
          <a:p>
            <a:r>
              <a:rPr lang="fr-FR" dirty="0" smtClean="0"/>
              <a:t>Gestion de la configuration avec Config Server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276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Communication entre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RestTemplate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WebClient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OpenFeign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Comparaison Monolithe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Monolithe</a:t>
            </a:r>
            <a:r>
              <a:rPr dirty="0"/>
              <a:t> :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Microservices</a:t>
            </a:r>
            <a:r>
              <a:rPr dirty="0"/>
              <a:t> : scalable et flexible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1" y="2999229"/>
            <a:ext cx="8342026" cy="2629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2060"/>
                </a:solidFill>
              </a:rPr>
              <a:t>Présentation de l’application </a:t>
            </a:r>
            <a:r>
              <a:rPr lang="fr-FR" b="1" dirty="0" err="1" smtClean="0">
                <a:solidFill>
                  <a:srgbClr val="002060"/>
                </a:solidFill>
              </a:rPr>
              <a:t>TaskManager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Application </a:t>
            </a:r>
            <a:r>
              <a:rPr lang="en-GB" sz="2800" dirty="0" err="1"/>
              <a:t>dévellopée</a:t>
            </a:r>
            <a:r>
              <a:rPr lang="en-GB" sz="2800" dirty="0"/>
              <a:t> </a:t>
            </a:r>
            <a:r>
              <a:rPr lang="en-GB" sz="2800" dirty="0" err="1"/>
              <a:t>en</a:t>
            </a:r>
            <a:r>
              <a:rPr lang="en-GB" sz="2800" dirty="0"/>
              <a:t> Spring boot, spring cloud, Angular, </a:t>
            </a:r>
            <a:r>
              <a:rPr lang="en-GB" sz="2800" dirty="0" err="1"/>
              <a:t>typeScript</a:t>
            </a:r>
            <a:r>
              <a:rPr lang="en-GB" sz="2800" dirty="0"/>
              <a:t> et base H2</a:t>
            </a:r>
            <a:endParaRPr lang="fr-FR" sz="2800" dirty="0"/>
          </a:p>
          <a:p>
            <a:r>
              <a:rPr lang="fr-FR" sz="2800" dirty="0"/>
              <a:t>Base de données utilisée : H2 dont l’url est : http://localhost:8081/h2-console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40971" y="3635116"/>
            <a:ext cx="7166339" cy="27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9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Code java de </a:t>
            </a:r>
            <a:r>
              <a:rPr lang="fr-FR" dirty="0" err="1" smtClean="0"/>
              <a:t>Taskmanager</a:t>
            </a:r>
            <a:r>
              <a:rPr lang="fr-FR" dirty="0" smtClean="0"/>
              <a:t> sous </a:t>
            </a:r>
            <a:r>
              <a:rPr lang="fr-FR" dirty="0" err="1" smtClean="0"/>
              <a:t>IntelliJ</a:t>
            </a:r>
            <a:endParaRPr lang="fr-F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43" y="1600200"/>
            <a:ext cx="675002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92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Classe de configuration : </a:t>
            </a:r>
            <a:r>
              <a:rPr lang="fr-FR" b="1" dirty="0" err="1" smtClean="0"/>
              <a:t>SecurityConfig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53851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sz="2600" dirty="0" err="1"/>
              <a:t>SecurityFilterChain</a:t>
            </a:r>
            <a:r>
              <a:rPr lang="fr-FR" sz="2600" dirty="0"/>
              <a:t> </a:t>
            </a:r>
            <a:r>
              <a:rPr lang="fr-FR" sz="2600" dirty="0" err="1"/>
              <a:t>securityFilterChain</a:t>
            </a:r>
            <a:r>
              <a:rPr lang="fr-FR" sz="2600" dirty="0"/>
              <a:t>(</a:t>
            </a:r>
            <a:r>
              <a:rPr lang="fr-FR" sz="2600" dirty="0" err="1"/>
              <a:t>HttpSecurity</a:t>
            </a:r>
            <a:r>
              <a:rPr lang="fr-FR" sz="2600" dirty="0"/>
              <a:t> http)</a:t>
            </a:r>
          </a:p>
          <a:p>
            <a:pPr marL="0" indent="0">
              <a:buNone/>
            </a:pPr>
            <a:r>
              <a:rPr lang="fr-FR" dirty="0"/>
              <a:t>- définit ensemble de règles de la configuration</a:t>
            </a:r>
          </a:p>
          <a:p>
            <a:endParaRPr lang="fr-FR" dirty="0"/>
          </a:p>
          <a:p>
            <a:r>
              <a:rPr lang="fr-FR" sz="2400" dirty="0" err="1"/>
              <a:t>CorsConfigurationSource</a:t>
            </a:r>
            <a:r>
              <a:rPr lang="fr-FR" sz="2400" dirty="0"/>
              <a:t> </a:t>
            </a:r>
            <a:r>
              <a:rPr lang="fr-FR" sz="2400" dirty="0" err="1"/>
              <a:t>corsConfigurationSource</a:t>
            </a:r>
            <a:r>
              <a:rPr lang="fr-FR" sz="2400" dirty="0"/>
              <a:t>()</a:t>
            </a:r>
          </a:p>
          <a:p>
            <a:pPr marL="0" indent="0">
              <a:buNone/>
            </a:pPr>
            <a:r>
              <a:rPr lang="fr-FR" dirty="0"/>
              <a:t>- définit la configuration à utiliser</a:t>
            </a:r>
          </a:p>
        </p:txBody>
      </p:sp>
    </p:spTree>
    <p:extLst>
      <p:ext uri="{BB962C8B-B14F-4D97-AF65-F5344CB8AC3E}">
        <p14:creationId xmlns:p14="http://schemas.microsoft.com/office/powerpoint/2010/main" val="147480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Démonstration de </a:t>
            </a:r>
            <a:r>
              <a:rPr lang="fr-FR" dirty="0" err="1" smtClean="0"/>
              <a:t>TaskManager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Démarrage : </a:t>
            </a:r>
            <a:r>
              <a:rPr lang="fr-FR" dirty="0" err="1" smtClean="0"/>
              <a:t>ng</a:t>
            </a:r>
            <a:r>
              <a:rPr lang="fr-FR" dirty="0" smtClean="0"/>
              <a:t> serve</a:t>
            </a:r>
            <a:r>
              <a:rPr lang="fr-FR" dirty="0"/>
              <a:t>;</a:t>
            </a:r>
            <a:r>
              <a:rPr lang="fr-FR" dirty="0" smtClean="0"/>
              <a:t> Url = </a:t>
            </a:r>
            <a:r>
              <a:rPr lang="fr-FR" sz="2800" dirty="0">
                <a:hlinkClick r:id="rId2"/>
              </a:rPr>
              <a:t>http://</a:t>
            </a:r>
            <a:r>
              <a:rPr lang="fr-FR" sz="2800" dirty="0" smtClean="0">
                <a:hlinkClick r:id="rId2"/>
              </a:rPr>
              <a:t>localhost:4200</a:t>
            </a:r>
            <a:endParaRPr lang="fr-FR" sz="2800" dirty="0" smtClean="0"/>
          </a:p>
          <a:p>
            <a:r>
              <a:rPr lang="fr-FR" dirty="0" smtClean="0"/>
              <a:t>1. Ecran de connexion utilisateur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</p:txBody>
      </p:sp>
      <p:pic>
        <p:nvPicPr>
          <p:cNvPr id="4" name="Image 3"/>
          <p:cNvPicPr/>
          <p:nvPr/>
        </p:nvPicPr>
        <p:blipFill>
          <a:blip r:embed="rId3"/>
          <a:stretch>
            <a:fillRect/>
          </a:stretch>
        </p:blipFill>
        <p:spPr>
          <a:xfrm>
            <a:off x="909318" y="3080478"/>
            <a:ext cx="3175502" cy="290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5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3161" y="628550"/>
            <a:ext cx="50163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/>
              <a:t>2. Ecran de gestion </a:t>
            </a:r>
            <a:r>
              <a:rPr lang="fr-FR" sz="3200" dirty="0" smtClean="0"/>
              <a:t>de tâches</a:t>
            </a:r>
            <a:endParaRPr lang="fr-FR" sz="3200" dirty="0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936427" y="1427479"/>
            <a:ext cx="5847080" cy="423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5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Spring Boot + Spring Cloud = architecture moderne et évolutive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229</Words>
  <Application>Microsoft Office PowerPoint</Application>
  <PresentationFormat>Affichage à l'écran (4:3)</PresentationFormat>
  <Paragraphs>71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Spring Boot Monolithique vs Microservices</vt:lpstr>
      <vt:lpstr>Objectifs</vt:lpstr>
      <vt:lpstr>Application Spring Boot classique</vt:lpstr>
      <vt:lpstr>Avantages du monolithe</vt:lpstr>
      <vt:lpstr>Inconvénients du monolithe</vt:lpstr>
      <vt:lpstr>Pourquoi les microservices ?</vt:lpstr>
      <vt:lpstr>Architecture TaskManager</vt:lpstr>
      <vt:lpstr>API Gateway</vt:lpstr>
      <vt:lpstr>Eureka Discovery Server</vt:lpstr>
      <vt:lpstr>Spring cloud</vt:lpstr>
      <vt:lpstr>Communication entre services</vt:lpstr>
      <vt:lpstr>Comparaison Monolithe vs Microservices</vt:lpstr>
      <vt:lpstr>Présentation de l’application TaskManager</vt:lpstr>
      <vt:lpstr>Code java de Taskmanager sous IntelliJ</vt:lpstr>
      <vt:lpstr> Classe de configuration : SecurityConfig </vt:lpstr>
      <vt:lpstr>Démonstration de TaskManager</vt:lpstr>
      <vt:lpstr>Présentation PowerPoint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Monolithique vs Microservices</dc:title>
  <dc:subject/>
  <dc:creator/>
  <cp:keywords/>
  <dc:description>generated using python-pptx</dc:description>
  <cp:lastModifiedBy>hp</cp:lastModifiedBy>
  <cp:revision>9</cp:revision>
  <dcterms:created xsi:type="dcterms:W3CDTF">2013-01-27T09:14:16Z</dcterms:created>
  <dcterms:modified xsi:type="dcterms:W3CDTF">2026-06-26T14:59:58Z</dcterms:modified>
  <cp:category/>
</cp:coreProperties>
</file>