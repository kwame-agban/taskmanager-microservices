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14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85957"/>
            <a:ext cx="7772400" cy="1470025"/>
          </a:xfrm>
        </p:spPr>
        <p:txBody>
          <a:bodyPr/>
          <a:lstStyle/>
          <a:p>
            <a:r>
              <a:rPr dirty="0" err="1">
                <a:solidFill>
                  <a:srgbClr val="002060"/>
                </a:solidFill>
              </a:rPr>
              <a:t>Présentation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796" y="3505874"/>
            <a:ext cx="6400800" cy="1752600"/>
          </a:xfrm>
        </p:spPr>
        <p:txBody>
          <a:bodyPr/>
          <a:lstStyle/>
          <a:p>
            <a:pPr>
              <a:defRPr sz="2400"/>
            </a:pPr>
            <a:r>
              <a:rPr dirty="0">
                <a:solidFill>
                  <a:schemeClr val="tx1"/>
                </a:solidFill>
              </a:rPr>
              <a:t>Frontend Angular et </a:t>
            </a:r>
            <a:r>
              <a:rPr dirty="0" err="1">
                <a:solidFill>
                  <a:schemeClr val="tx1"/>
                </a:solidFill>
              </a:rPr>
              <a:t>appels</a:t>
            </a:r>
            <a:r>
              <a:rPr dirty="0">
                <a:solidFill>
                  <a:schemeClr val="tx1"/>
                </a:solidFill>
              </a:rPr>
              <a:t> REST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TaskManager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Microservices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44364"/>
          </a:xfrm>
        </p:spPr>
        <p:txBody>
          <a:bodyPr/>
          <a:lstStyle/>
          <a:p>
            <a:r>
              <a:rPr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0842"/>
            <a:ext cx="8229600" cy="5097983"/>
          </a:xfrm>
        </p:spPr>
        <p:txBody>
          <a:bodyPr/>
          <a:lstStyle/>
          <a:p>
            <a:pPr marL="0" indent="0" algn="l">
              <a:buNone/>
              <a:defRPr sz="2400"/>
            </a:pP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/>
              <a:t>Frontend Angular</a:t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/>
              <a:t>API Gateway</a:t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 err="1"/>
              <a:t>Microservices</a:t>
            </a:r>
            <a:r>
              <a:rPr dirty="0"/>
              <a:t> Java</a:t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/>
              <a:t>Base </a:t>
            </a:r>
            <a:r>
              <a:rPr dirty="0" smtClean="0"/>
              <a:t>H2/PostgreSQL</a:t>
            </a:r>
            <a:endParaRPr lang="fr-FR" dirty="0" smtClean="0"/>
          </a:p>
          <a:p>
            <a:pPr marL="0" indent="0" algn="l">
              <a:buNone/>
              <a:defRPr sz="2400"/>
            </a:pPr>
            <a:endParaRPr dirty="0"/>
          </a:p>
        </p:txBody>
      </p:sp>
      <p:pic>
        <p:nvPicPr>
          <p:cNvPr id="4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560" y="3155894"/>
            <a:ext cx="2022045" cy="3325458"/>
          </a:xfrm>
          <a:prstGeom prst="rect">
            <a:avLst/>
          </a:prstGeom>
          <a:noFill/>
          <a:ln>
            <a:noFill/>
          </a:ln>
          <a:effectLst/>
          <a:ex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983"/>
          </a:xfrm>
        </p:spPr>
        <p:txBody>
          <a:bodyPr/>
          <a:lstStyle/>
          <a:p>
            <a:r>
              <a:rPr lang="fr-FR" dirty="0" smtClean="0"/>
              <a:t>IU-</a:t>
            </a:r>
            <a:r>
              <a:rPr lang="fr-FR" dirty="0" err="1" smtClean="0"/>
              <a:t>TaskManager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3967" y="1299852"/>
            <a:ext cx="2286001" cy="1678018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5" name="Imag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403967" y="3281143"/>
            <a:ext cx="4327525" cy="2966085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65071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defRPr sz="2400"/>
            </a:pPr>
            <a:r>
              <a:rPr lang="fr-FR" dirty="0" smtClean="0"/>
              <a:t>C</a:t>
            </a:r>
            <a:r>
              <a:rPr dirty="0" err="1" smtClean="0"/>
              <a:t>omponents</a:t>
            </a:r>
            <a:endParaRPr lang="fr-FR" dirty="0" smtClean="0"/>
          </a:p>
          <a:p>
            <a:pPr>
              <a:defRPr sz="2400"/>
            </a:pPr>
            <a:r>
              <a:rPr lang="fr-FR" dirty="0"/>
              <a:t>services</a:t>
            </a:r>
            <a:endParaRPr lang="fr-FR" dirty="0" smtClean="0"/>
          </a:p>
          <a:p>
            <a:pPr>
              <a:defRPr sz="2400"/>
            </a:pPr>
            <a:r>
              <a:rPr lang="fr-FR" dirty="0" err="1"/>
              <a:t>models</a:t>
            </a:r>
            <a:endParaRPr lang="fr-FR" dirty="0" smtClean="0"/>
          </a:p>
          <a:p>
            <a:pPr>
              <a:defRPr sz="2400"/>
            </a:pPr>
            <a:r>
              <a:rPr lang="fr-FR" dirty="0" err="1"/>
              <a:t>guards</a:t>
            </a:r>
            <a:endParaRPr lang="fr-FR" dirty="0" smtClean="0"/>
          </a:p>
          <a:p>
            <a:pPr>
              <a:defRPr sz="2400"/>
            </a:pPr>
            <a:r>
              <a:rPr lang="fr-FR" dirty="0" err="1" smtClean="0"/>
              <a:t>Interceptors</a:t>
            </a:r>
            <a:endParaRPr lang="fr-FR" dirty="0" smtClean="0"/>
          </a:p>
          <a:p>
            <a:pPr>
              <a:defRPr sz="2400"/>
            </a:pPr>
            <a:r>
              <a:rPr lang="fr-FR" dirty="0" err="1" smtClean="0"/>
              <a:t>app.routes.ts</a:t>
            </a:r>
            <a:endParaRPr lang="fr-FR" dirty="0" smtClean="0"/>
          </a:p>
          <a:p>
            <a:pPr>
              <a:defRPr sz="2400"/>
            </a:pPr>
            <a:r>
              <a:rPr lang="fr-FR" dirty="0" err="1"/>
              <a:t>environments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GB" dirty="0"/>
              <a:t> </a:t>
            </a:r>
            <a:endParaRPr lang="fr-FR" dirty="0"/>
          </a:p>
          <a:p>
            <a:pPr marL="0" indent="0" algn="ctr">
              <a:buNone/>
            </a:pPr>
            <a:r>
              <a:rPr lang="en-GB" sz="6000" dirty="0" smtClean="0">
                <a:solidFill>
                  <a:srgbClr val="0070C0"/>
                </a:solidFill>
              </a:rPr>
              <a:t>     </a:t>
            </a:r>
            <a:r>
              <a:rPr lang="en-GB" sz="6000" dirty="0" err="1" smtClean="0">
                <a:solidFill>
                  <a:srgbClr val="0070C0"/>
                </a:solidFill>
              </a:rPr>
              <a:t>Utilisateur</a:t>
            </a:r>
            <a:r>
              <a:rPr lang="en-GB" sz="6000" dirty="0">
                <a:solidFill>
                  <a:srgbClr val="0070C0"/>
                </a:solidFill>
              </a:rPr>
              <a:t/>
            </a:r>
            <a:br>
              <a:rPr lang="en-GB" sz="6000" dirty="0">
                <a:solidFill>
                  <a:srgbClr val="0070C0"/>
                </a:solidFill>
              </a:rPr>
            </a:br>
            <a:r>
              <a:rPr lang="en-GB" sz="6000" dirty="0">
                <a:solidFill>
                  <a:srgbClr val="0070C0"/>
                </a:solidFill>
              </a:rPr>
              <a:t>       │</a:t>
            </a:r>
            <a:br>
              <a:rPr lang="en-GB" sz="6000" dirty="0">
                <a:solidFill>
                  <a:srgbClr val="0070C0"/>
                </a:solidFill>
              </a:rPr>
            </a:br>
            <a:r>
              <a:rPr lang="en-GB" sz="6000" dirty="0">
                <a:solidFill>
                  <a:srgbClr val="0070C0"/>
                </a:solidFill>
              </a:rPr>
              <a:t>      ▼</a:t>
            </a:r>
            <a:br>
              <a:rPr lang="en-GB" sz="6000" dirty="0">
                <a:solidFill>
                  <a:srgbClr val="0070C0"/>
                </a:solidFill>
              </a:rPr>
            </a:br>
            <a:r>
              <a:rPr lang="en-GB" sz="6000" dirty="0" smtClean="0">
                <a:solidFill>
                  <a:srgbClr val="0070C0"/>
                </a:solidFill>
              </a:rPr>
              <a:t>      </a:t>
            </a:r>
            <a:r>
              <a:rPr lang="en-GB" sz="6000" dirty="0" err="1" smtClean="0">
                <a:solidFill>
                  <a:srgbClr val="0070C0"/>
                </a:solidFill>
              </a:rPr>
              <a:t>Composant</a:t>
            </a:r>
            <a:r>
              <a:rPr lang="en-GB" sz="6000" dirty="0" smtClean="0">
                <a:solidFill>
                  <a:srgbClr val="0070C0"/>
                </a:solidFill>
              </a:rPr>
              <a:t> </a:t>
            </a:r>
            <a:r>
              <a:rPr lang="en-GB" sz="6000" dirty="0">
                <a:solidFill>
                  <a:srgbClr val="0070C0"/>
                </a:solidFill>
              </a:rPr>
              <a:t>Angular</a:t>
            </a:r>
            <a:br>
              <a:rPr lang="en-GB" sz="6000" dirty="0">
                <a:solidFill>
                  <a:srgbClr val="0070C0"/>
                </a:solidFill>
              </a:rPr>
            </a:br>
            <a:r>
              <a:rPr lang="en-GB" sz="6000" dirty="0">
                <a:solidFill>
                  <a:srgbClr val="0070C0"/>
                </a:solidFill>
              </a:rPr>
              <a:t>       │</a:t>
            </a:r>
            <a:br>
              <a:rPr lang="en-GB" sz="6000" dirty="0">
                <a:solidFill>
                  <a:srgbClr val="0070C0"/>
                </a:solidFill>
              </a:rPr>
            </a:br>
            <a:r>
              <a:rPr lang="en-GB" sz="6000" dirty="0">
                <a:solidFill>
                  <a:srgbClr val="0070C0"/>
                </a:solidFill>
              </a:rPr>
              <a:t>      ▼</a:t>
            </a:r>
            <a:br>
              <a:rPr lang="en-GB" sz="6000" dirty="0">
                <a:solidFill>
                  <a:srgbClr val="0070C0"/>
                </a:solidFill>
              </a:rPr>
            </a:br>
            <a:r>
              <a:rPr lang="en-GB" sz="6000" dirty="0" smtClean="0">
                <a:solidFill>
                  <a:srgbClr val="0070C0"/>
                </a:solidFill>
              </a:rPr>
              <a:t>      </a:t>
            </a:r>
            <a:r>
              <a:rPr lang="en-GB" sz="6000" dirty="0" err="1" smtClean="0">
                <a:solidFill>
                  <a:srgbClr val="0070C0"/>
                </a:solidFill>
              </a:rPr>
              <a:t>TaskService</a:t>
            </a:r>
            <a:r>
              <a:rPr lang="en-GB" sz="6000" dirty="0" smtClean="0">
                <a:solidFill>
                  <a:srgbClr val="0070C0"/>
                </a:solidFill>
              </a:rPr>
              <a:t> </a:t>
            </a:r>
            <a:r>
              <a:rPr lang="en-GB" sz="6000" dirty="0">
                <a:solidFill>
                  <a:srgbClr val="0070C0"/>
                </a:solidFill>
              </a:rPr>
              <a:t>(Frontend)</a:t>
            </a:r>
            <a:br>
              <a:rPr lang="en-GB" sz="6000" dirty="0">
                <a:solidFill>
                  <a:srgbClr val="0070C0"/>
                </a:solidFill>
              </a:rPr>
            </a:br>
            <a:r>
              <a:rPr lang="en-GB" sz="6000" dirty="0">
                <a:solidFill>
                  <a:srgbClr val="0070C0"/>
                </a:solidFill>
              </a:rPr>
              <a:t>       │</a:t>
            </a:r>
            <a:endParaRPr lang="fr-FR" sz="6000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n-GB" sz="6000" dirty="0">
                <a:solidFill>
                  <a:srgbClr val="0070C0"/>
                </a:solidFill>
              </a:rPr>
              <a:t>      ▼</a:t>
            </a:r>
            <a:br>
              <a:rPr lang="en-GB" sz="6000" dirty="0">
                <a:solidFill>
                  <a:srgbClr val="0070C0"/>
                </a:solidFill>
              </a:rPr>
            </a:br>
            <a:r>
              <a:rPr lang="en-GB" sz="6000" dirty="0">
                <a:solidFill>
                  <a:srgbClr val="0070C0"/>
                </a:solidFill>
              </a:rPr>
              <a:t> </a:t>
            </a:r>
            <a:r>
              <a:rPr lang="en-GB" sz="6000" dirty="0" smtClean="0">
                <a:solidFill>
                  <a:srgbClr val="0070C0"/>
                </a:solidFill>
              </a:rPr>
              <a:t> </a:t>
            </a:r>
            <a:r>
              <a:rPr lang="en-GB" sz="6000" dirty="0" err="1" smtClean="0">
                <a:solidFill>
                  <a:srgbClr val="0070C0"/>
                </a:solidFill>
              </a:rPr>
              <a:t>HttpClient</a:t>
            </a:r>
            <a:r>
              <a:rPr lang="en-GB" sz="6000" dirty="0">
                <a:solidFill>
                  <a:srgbClr val="0070C0"/>
                </a:solidFill>
              </a:rPr>
              <a:t/>
            </a:r>
            <a:br>
              <a:rPr lang="en-GB" sz="6000" dirty="0">
                <a:solidFill>
                  <a:srgbClr val="0070C0"/>
                </a:solidFill>
              </a:rPr>
            </a:br>
            <a:r>
              <a:rPr lang="en-GB" sz="6000" dirty="0">
                <a:solidFill>
                  <a:srgbClr val="0070C0"/>
                </a:solidFill>
              </a:rPr>
              <a:t>       │</a:t>
            </a:r>
            <a:endParaRPr lang="fr-FR" sz="6000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n-GB" sz="6000" dirty="0">
                <a:solidFill>
                  <a:srgbClr val="0070C0"/>
                </a:solidFill>
              </a:rPr>
              <a:t>      ▼</a:t>
            </a:r>
            <a:br>
              <a:rPr lang="en-GB" sz="6000" dirty="0">
                <a:solidFill>
                  <a:srgbClr val="0070C0"/>
                </a:solidFill>
              </a:rPr>
            </a:br>
            <a:r>
              <a:rPr lang="en-GB" sz="6000" dirty="0" smtClean="0">
                <a:solidFill>
                  <a:srgbClr val="0070C0"/>
                </a:solidFill>
              </a:rPr>
              <a:t>  HTTP </a:t>
            </a:r>
            <a:r>
              <a:rPr lang="en-GB" sz="6000" dirty="0">
                <a:solidFill>
                  <a:srgbClr val="0070C0"/>
                </a:solidFill>
              </a:rPr>
              <a:t>REST</a:t>
            </a:r>
            <a:r>
              <a:rPr lang="en-GB" sz="6000" dirty="0"/>
              <a:t/>
            </a:r>
            <a:br>
              <a:rPr lang="en-GB" sz="6000" dirty="0"/>
            </a:br>
            <a:r>
              <a:rPr lang="en-GB" sz="6000" dirty="0"/>
              <a:t>       │</a:t>
            </a:r>
            <a:endParaRPr lang="fr-FR" sz="6000" dirty="0"/>
          </a:p>
          <a:p>
            <a:pPr marL="0" indent="0" algn="ctr">
              <a:buNone/>
            </a:pPr>
            <a:r>
              <a:rPr lang="en-GB" sz="6000" dirty="0"/>
              <a:t>      ▼</a:t>
            </a:r>
            <a:br>
              <a:rPr lang="en-GB" sz="6000" dirty="0"/>
            </a:br>
            <a:r>
              <a:rPr lang="en-GB" sz="6000" dirty="0" smtClean="0"/>
              <a:t> API </a:t>
            </a:r>
            <a:r>
              <a:rPr lang="en-GB" sz="6000" dirty="0"/>
              <a:t>Gateway </a:t>
            </a:r>
            <a:br>
              <a:rPr lang="en-GB" sz="6000" dirty="0"/>
            </a:br>
            <a:r>
              <a:rPr lang="en-GB" sz="6000" dirty="0"/>
              <a:t>       │</a:t>
            </a:r>
            <a:endParaRPr lang="fr-FR" sz="6000" dirty="0"/>
          </a:p>
          <a:p>
            <a:pPr marL="0" indent="0" algn="ctr">
              <a:buNone/>
            </a:pPr>
            <a:r>
              <a:rPr lang="en-GB" sz="6000" dirty="0"/>
              <a:t>      ▼</a:t>
            </a:r>
            <a:br>
              <a:rPr lang="en-GB" sz="6000" dirty="0"/>
            </a:br>
            <a:r>
              <a:rPr lang="en-GB" sz="6000" dirty="0" smtClean="0"/>
              <a:t>    Task </a:t>
            </a:r>
            <a:r>
              <a:rPr lang="en-GB" sz="6000" dirty="0"/>
              <a:t>Service (Backend)</a:t>
            </a:r>
            <a:br>
              <a:rPr lang="en-GB" sz="6000" dirty="0"/>
            </a:br>
            <a:r>
              <a:rPr lang="en-GB" sz="6000" dirty="0" smtClean="0"/>
              <a:t>       </a:t>
            </a:r>
            <a:r>
              <a:rPr lang="en-GB" sz="6000" dirty="0"/>
              <a:t>│</a:t>
            </a:r>
            <a:endParaRPr lang="fr-FR" sz="6000" dirty="0"/>
          </a:p>
          <a:p>
            <a:pPr marL="0" indent="0" algn="ctr">
              <a:buNone/>
            </a:pPr>
            <a:r>
              <a:rPr lang="fr-FR" sz="6000" dirty="0"/>
              <a:t>      ▼</a:t>
            </a:r>
            <a:br>
              <a:rPr lang="fr-FR" sz="6000" dirty="0"/>
            </a:br>
            <a:r>
              <a:rPr lang="fr-FR" sz="6000" dirty="0" smtClean="0"/>
              <a:t>   Base </a:t>
            </a:r>
            <a:r>
              <a:rPr lang="fr-FR" sz="6000" dirty="0"/>
              <a:t>H2/PostgreSQL</a:t>
            </a:r>
          </a:p>
          <a:p>
            <a:pPr algn="l">
              <a:defRPr sz="2400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Observables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2400"/>
            </a:pP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/>
              <a:t>Flux de </a:t>
            </a:r>
            <a:r>
              <a:rPr dirty="0" err="1"/>
              <a:t>données</a:t>
            </a:r>
            <a:r>
              <a:rPr dirty="0"/>
              <a:t/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/>
              <a:t>GET/POST/PUT/DELETE</a:t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/>
              <a:t>subscribe(</a:t>
            </a:r>
            <a:r>
              <a:rPr dirty="0" err="1"/>
              <a:t>next,error,complete</a:t>
            </a:r>
            <a:r>
              <a:rPr dirty="0"/>
              <a:t>)</a:t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 err="1"/>
              <a:t>Mécanisme</a:t>
            </a:r>
            <a:r>
              <a:rPr dirty="0"/>
              <a:t> </a:t>
            </a:r>
            <a:r>
              <a:rPr dirty="0" err="1"/>
              <a:t>recommandé</a:t>
            </a:r>
            <a:r>
              <a:rPr dirty="0"/>
              <a:t> par </a:t>
            </a:r>
            <a:r>
              <a:rPr dirty="0" smtClean="0"/>
              <a:t>Angular</a:t>
            </a:r>
            <a:endParaRPr lang="fr-FR" dirty="0" smtClean="0"/>
          </a:p>
          <a:p>
            <a:pPr marL="0" indent="0" algn="l">
              <a:buNone/>
              <a:defRPr sz="2400"/>
            </a:pPr>
            <a:endParaRPr lang="fr-FR" dirty="0" smtClean="0"/>
          </a:p>
          <a:p>
            <a:pPr marL="400050" lvl="1" indent="0">
              <a:buNone/>
              <a:defRPr sz="2400"/>
            </a:pPr>
            <a:r>
              <a:rPr lang="fr-FR" sz="1400" dirty="0" err="1"/>
              <a:t>getTasks</a:t>
            </a:r>
            <a:r>
              <a:rPr lang="fr-FR" sz="1400" dirty="0"/>
              <a:t>(): Observable&lt;</a:t>
            </a:r>
            <a:r>
              <a:rPr lang="fr-FR" sz="1400" dirty="0" err="1"/>
              <a:t>Task</a:t>
            </a:r>
            <a:r>
              <a:rPr lang="fr-FR" sz="1400" dirty="0"/>
              <a:t>[]&gt; {</a:t>
            </a:r>
            <a:br>
              <a:rPr lang="fr-FR" sz="1400" dirty="0"/>
            </a:br>
            <a:r>
              <a:rPr lang="fr-FR" sz="1400" dirty="0"/>
              <a:t>    return </a:t>
            </a:r>
            <a:r>
              <a:rPr lang="fr-FR" sz="1400" dirty="0" err="1"/>
              <a:t>this.http.get</a:t>
            </a:r>
            <a:r>
              <a:rPr lang="fr-FR" sz="1400" dirty="0"/>
              <a:t>&lt;</a:t>
            </a:r>
            <a:r>
              <a:rPr lang="fr-FR" sz="1400" dirty="0" err="1"/>
              <a:t>Task</a:t>
            </a:r>
            <a:r>
              <a:rPr lang="fr-FR" sz="1400" dirty="0"/>
              <a:t>[]&gt;(</a:t>
            </a:r>
            <a:r>
              <a:rPr lang="fr-FR" sz="1400" dirty="0" err="1"/>
              <a:t>this.apiUrl</a:t>
            </a:r>
            <a:r>
              <a:rPr lang="fr-FR" sz="1400" dirty="0"/>
              <a:t>);</a:t>
            </a:r>
            <a:br>
              <a:rPr lang="fr-FR" sz="1400" dirty="0"/>
            </a:br>
            <a:r>
              <a:rPr lang="fr-FR" sz="1400" dirty="0"/>
              <a:t>}</a:t>
            </a:r>
          </a:p>
          <a:p>
            <a:pPr marL="0" indent="0">
              <a:buNone/>
              <a:defRPr sz="2400"/>
            </a:pPr>
            <a:r>
              <a:rPr lang="fr-FR" sz="1400" dirty="0"/>
              <a:t> </a:t>
            </a:r>
            <a:r>
              <a:rPr lang="fr-FR" sz="1400" dirty="0" smtClean="0"/>
              <a:t>         appel </a:t>
            </a:r>
            <a:r>
              <a:rPr lang="fr-FR" sz="1400" dirty="0"/>
              <a:t>l’API </a:t>
            </a:r>
            <a:r>
              <a:rPr lang="fr-FR" sz="1400" dirty="0" err="1"/>
              <a:t>get</a:t>
            </a:r>
            <a:r>
              <a:rPr lang="fr-FR" sz="1400" dirty="0"/>
              <a:t>() au travers de la requête http à laquelle, l’on passe l’url de l’API</a:t>
            </a:r>
            <a:r>
              <a:rPr lang="fr-FR" sz="1400" dirty="0" smtClean="0"/>
              <a:t>.</a:t>
            </a:r>
          </a:p>
          <a:p>
            <a:pPr marL="0" indent="0">
              <a:buNone/>
              <a:defRPr sz="2400"/>
            </a:pPr>
            <a:endParaRPr lang="fr-FR" sz="1400" dirty="0" smtClean="0"/>
          </a:p>
          <a:p>
            <a:pPr marL="400050" lvl="1" indent="0">
              <a:buNone/>
            </a:pPr>
            <a:r>
              <a:rPr lang="en-GB" sz="1400" dirty="0" err="1"/>
              <a:t>this.taskService.getTasks</a:t>
            </a:r>
            <a:r>
              <a:rPr lang="en-GB" sz="1400" dirty="0"/>
              <a:t>()</a:t>
            </a:r>
            <a:br>
              <a:rPr lang="en-GB" sz="1400" dirty="0"/>
            </a:br>
            <a:r>
              <a:rPr lang="en-GB" sz="1400" dirty="0"/>
              <a:t>    .subscribe(tasks =&gt; {</a:t>
            </a:r>
            <a:br>
              <a:rPr lang="en-GB" sz="1400" dirty="0"/>
            </a:br>
            <a:r>
              <a:rPr lang="en-GB" sz="1400" dirty="0"/>
              <a:t>        </a:t>
            </a:r>
            <a:r>
              <a:rPr lang="en-GB" sz="1400" dirty="0" err="1"/>
              <a:t>this.tasks</a:t>
            </a:r>
            <a:r>
              <a:rPr lang="en-GB" sz="1400" dirty="0"/>
              <a:t> = tasks;</a:t>
            </a:r>
            <a:br>
              <a:rPr lang="en-GB" sz="1400" dirty="0"/>
            </a:br>
            <a:r>
              <a:rPr lang="en-GB" sz="1400" dirty="0"/>
              <a:t>    });</a:t>
            </a:r>
            <a:endParaRPr lang="fr-FR" sz="1400" dirty="0"/>
          </a:p>
          <a:p>
            <a:pPr marL="400050" lvl="1" indent="0">
              <a:buNone/>
            </a:pPr>
            <a:r>
              <a:rPr lang="en-GB" sz="1400" dirty="0"/>
              <a:t>inscription au flux de </a:t>
            </a:r>
            <a:r>
              <a:rPr lang="en-GB" sz="1400" dirty="0" err="1"/>
              <a:t>gestion</a:t>
            </a:r>
            <a:r>
              <a:rPr lang="en-GB" sz="1400" dirty="0"/>
              <a:t> des taches, </a:t>
            </a:r>
            <a:r>
              <a:rPr lang="en-GB" sz="1400" dirty="0" err="1"/>
              <a:t>taskService</a:t>
            </a:r>
            <a:r>
              <a:rPr lang="en-GB" sz="1400" dirty="0"/>
              <a:t>.</a:t>
            </a:r>
            <a:endParaRPr lang="fr-FR" sz="1400" dirty="0"/>
          </a:p>
          <a:p>
            <a:pPr marL="0" indent="0">
              <a:buNone/>
              <a:defRPr sz="2400"/>
            </a:pPr>
            <a:endParaRPr lang="fr-FR" sz="1400" dirty="0"/>
          </a:p>
          <a:p>
            <a:pPr marL="0" indent="0" algn="l">
              <a:buNone/>
              <a:defRPr sz="2400"/>
            </a:pPr>
            <a:endParaRPr lang="fr-FR" dirty="0" smtClean="0"/>
          </a:p>
          <a:p>
            <a:pPr marL="0" indent="0" algn="l">
              <a:buNone/>
              <a:defRPr sz="2400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2400"/>
            </a:pP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seule</a:t>
            </a:r>
            <a:r>
              <a:rPr dirty="0"/>
              <a:t> </a:t>
            </a:r>
            <a:r>
              <a:rPr dirty="0" err="1"/>
              <a:t>valeur</a:t>
            </a:r>
            <a:r>
              <a:rPr dirty="0"/>
              <a:t/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 err="1"/>
              <a:t>async</a:t>
            </a:r>
            <a:r>
              <a:rPr dirty="0"/>
              <a:t>/await</a:t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 err="1"/>
              <a:t>Utiles</a:t>
            </a:r>
            <a:r>
              <a:rPr dirty="0"/>
              <a:t> pour </a:t>
            </a:r>
            <a:r>
              <a:rPr dirty="0" err="1"/>
              <a:t>certains</a:t>
            </a:r>
            <a:r>
              <a:rPr dirty="0"/>
              <a:t> </a:t>
            </a:r>
            <a:r>
              <a:rPr dirty="0" err="1" smtClean="0"/>
              <a:t>traitements</a:t>
            </a:r>
            <a:endParaRPr lang="fr-FR" dirty="0" smtClean="0"/>
          </a:p>
          <a:p>
            <a:pPr marL="0" indent="0" algn="l">
              <a:buNone/>
              <a:defRPr sz="2400"/>
            </a:pPr>
            <a:endParaRPr lang="fr-FR" dirty="0"/>
          </a:p>
          <a:p>
            <a:pPr marL="400050" lvl="1" indent="0">
              <a:buNone/>
              <a:defRPr sz="2400"/>
            </a:pPr>
            <a:r>
              <a:rPr lang="en-GB" sz="1400" dirty="0" err="1"/>
              <a:t>async</a:t>
            </a:r>
            <a:r>
              <a:rPr lang="en-GB" sz="1400" dirty="0"/>
              <a:t> </a:t>
            </a:r>
            <a:r>
              <a:rPr lang="en-GB" sz="1400" dirty="0" err="1"/>
              <a:t>loadTasks</a:t>
            </a:r>
            <a:r>
              <a:rPr lang="en-GB" sz="1400" dirty="0"/>
              <a:t>() {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 err="1"/>
              <a:t>const</a:t>
            </a:r>
            <a:r>
              <a:rPr lang="en-GB" sz="1400" dirty="0"/>
              <a:t> tasks = await </a:t>
            </a:r>
            <a:r>
              <a:rPr lang="en-GB" sz="1400" dirty="0" err="1"/>
              <a:t>firstValueFrom</a:t>
            </a:r>
            <a:r>
              <a:rPr lang="en-GB" sz="1400" dirty="0"/>
              <a:t>(</a:t>
            </a:r>
            <a:br>
              <a:rPr lang="en-GB" sz="1400" dirty="0"/>
            </a:br>
            <a:r>
              <a:rPr lang="en-GB" sz="1400" dirty="0"/>
              <a:t>        </a:t>
            </a:r>
            <a:r>
              <a:rPr lang="en-GB" sz="1400" dirty="0" err="1"/>
              <a:t>this.taskService.getTasks</a:t>
            </a:r>
            <a:r>
              <a:rPr lang="en-GB" sz="1400" dirty="0"/>
              <a:t>()</a:t>
            </a:r>
            <a:br>
              <a:rPr lang="en-GB" sz="1400" dirty="0"/>
            </a:br>
            <a:r>
              <a:rPr lang="en-GB" sz="1400" dirty="0"/>
              <a:t>    );</a:t>
            </a:r>
            <a:br>
              <a:rPr lang="en-GB" sz="1400" dirty="0"/>
            </a:br>
            <a:r>
              <a:rPr lang="en-GB" sz="1400" dirty="0"/>
              <a:t>}</a:t>
            </a:r>
            <a:endParaRPr lang="fr-FR" sz="1400" dirty="0"/>
          </a:p>
          <a:p>
            <a:pPr marL="0" indent="0" algn="l">
              <a:buNone/>
              <a:defRPr sz="2400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RxJS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lang="fr-FR" sz="2400" dirty="0" err="1" smtClean="0"/>
              <a:t>RxJS</a:t>
            </a:r>
            <a:r>
              <a:rPr lang="fr-FR" sz="2400" dirty="0" smtClean="0"/>
              <a:t> : bibliothèque </a:t>
            </a:r>
            <a:r>
              <a:rPr lang="fr-FR" sz="2400" dirty="0"/>
              <a:t>permettant de programmer à l'aide d'Observables et de manière réactive</a:t>
            </a:r>
            <a:r>
              <a:rPr lang="fr-FR" sz="2400" dirty="0" smtClean="0"/>
              <a:t>.</a:t>
            </a:r>
          </a:p>
          <a:p>
            <a:pPr>
              <a:defRPr sz="2400"/>
            </a:pPr>
            <a:r>
              <a:rPr lang="fr-FR" dirty="0"/>
              <a:t>Opérateurs :</a:t>
            </a:r>
            <a:endParaRPr lang="fr-FR" dirty="0" smtClean="0"/>
          </a:p>
          <a:p>
            <a:pPr marL="0" indent="0">
              <a:buNone/>
              <a:defRPr sz="2400"/>
            </a:pPr>
            <a:r>
              <a:rPr lang="fr-FR" dirty="0"/>
              <a:t>	</a:t>
            </a:r>
            <a:r>
              <a:rPr dirty="0" smtClean="0"/>
              <a:t>map</a:t>
            </a:r>
            <a:r>
              <a:rPr dirty="0"/>
              <a:t/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filter</a:t>
            </a:r>
            <a:r>
              <a:rPr dirty="0"/>
              <a:t/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tap</a:t>
            </a:r>
            <a:r>
              <a:rPr dirty="0"/>
              <a:t/>
            </a:r>
            <a:br>
              <a:rPr dirty="0"/>
            </a:br>
            <a:r>
              <a:rPr lang="fr-FR" dirty="0" smtClean="0"/>
              <a:t>	</a:t>
            </a:r>
            <a:r>
              <a:rPr dirty="0" err="1" smtClean="0"/>
              <a:t>switchMap</a:t>
            </a:r>
            <a:r>
              <a:rPr dirty="0"/>
              <a:t/>
            </a:r>
            <a:br>
              <a:rPr dirty="0"/>
            </a:br>
            <a:r>
              <a:rPr lang="fr-FR" dirty="0" smtClean="0"/>
              <a:t>	</a:t>
            </a:r>
            <a:r>
              <a:rPr dirty="0" err="1" smtClean="0"/>
              <a:t>catchError</a:t>
            </a:r>
            <a:r>
              <a:rPr dirty="0"/>
              <a:t/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retry</a:t>
            </a:r>
            <a:r>
              <a:rPr dirty="0"/>
              <a:t/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finalize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Bonnes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2400"/>
            </a:pP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/>
              <a:t>Services pour les </a:t>
            </a:r>
            <a:r>
              <a:rPr dirty="0" err="1"/>
              <a:t>appels</a:t>
            </a:r>
            <a:r>
              <a:rPr dirty="0"/>
              <a:t> REST</a:t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/>
              <a:t>Interceptor JWT</a:t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 err="1"/>
              <a:t>catchError</a:t>
            </a:r>
            <a:r>
              <a:rPr dirty="0"/>
              <a:t/>
            </a:r>
            <a:br>
              <a:rPr dirty="0"/>
            </a:br>
            <a:r>
              <a:rPr lang="fr-FR" dirty="0" smtClean="0"/>
              <a:t>	</a:t>
            </a:r>
            <a:r>
              <a:rPr dirty="0" smtClean="0"/>
              <a:t>• </a:t>
            </a:r>
            <a:r>
              <a:rPr dirty="0" err="1"/>
              <a:t>Séparation</a:t>
            </a:r>
            <a:r>
              <a:rPr dirty="0"/>
              <a:t> des </a:t>
            </a:r>
            <a:r>
              <a:rPr dirty="0" err="1"/>
              <a:t>responsabilités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Composants </a:t>
            </a:r>
            <a:r>
              <a:rPr lang="en-GB" dirty="0" err="1"/>
              <a:t>essentiels</a:t>
            </a:r>
            <a:r>
              <a:rPr lang="en-GB" dirty="0"/>
              <a:t> du frontend </a:t>
            </a:r>
            <a:r>
              <a:rPr lang="en-GB" dirty="0" err="1"/>
              <a:t>TaskManager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dirty="0" err="1"/>
              <a:t>auth.service.ts</a:t>
            </a:r>
            <a:r>
              <a:rPr lang="fr-FR" sz="2400" dirty="0"/>
              <a:t> : pour </a:t>
            </a:r>
            <a:r>
              <a:rPr lang="fr-FR" sz="2400" dirty="0" smtClean="0"/>
              <a:t>l'authentification</a:t>
            </a:r>
          </a:p>
          <a:p>
            <a:r>
              <a:rPr lang="fr-FR" sz="2400" b="1" dirty="0" err="1"/>
              <a:t>tasks.ts</a:t>
            </a:r>
            <a:r>
              <a:rPr lang="fr-FR" sz="2400" dirty="0"/>
              <a:t> : </a:t>
            </a:r>
            <a:r>
              <a:rPr lang="fr-FR" sz="2400" dirty="0" smtClean="0"/>
              <a:t>pour </a:t>
            </a:r>
            <a:r>
              <a:rPr lang="fr-FR" sz="2400" dirty="0"/>
              <a:t>la gestion des tâches en utilisant </a:t>
            </a:r>
            <a:r>
              <a:rPr lang="fr-FR" sz="2400" dirty="0" err="1"/>
              <a:t>task.service.ts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86241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Observable vs Promise</a:t>
            </a:r>
            <a:endParaRPr lang="fr-FR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727" y="1630271"/>
            <a:ext cx="6138075" cy="190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489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r>
              <a:rPr dirty="0"/>
              <a:t>Architecture </a:t>
            </a:r>
            <a:r>
              <a:rPr dirty="0" err="1" smtClean="0"/>
              <a:t>maintenable</a:t>
            </a:r>
            <a:endParaRPr lang="fr-FR" dirty="0" smtClean="0"/>
          </a:p>
          <a:p>
            <a:pPr>
              <a:defRPr sz="2400"/>
            </a:pPr>
            <a:r>
              <a:rPr lang="fr-FR" dirty="0"/>
              <a:t>Observables + </a:t>
            </a:r>
            <a:r>
              <a:rPr lang="fr-FR" dirty="0" err="1"/>
              <a:t>RxJS</a:t>
            </a:r>
            <a:endParaRPr lang="fr-FR" dirty="0" smtClean="0"/>
          </a:p>
          <a:p>
            <a:pPr>
              <a:defRPr sz="2400"/>
            </a:pPr>
            <a:r>
              <a:rPr lang="fr-FR" dirty="0"/>
              <a:t>Communication efficace avec les </a:t>
            </a:r>
            <a:r>
              <a:rPr lang="fr-FR" dirty="0" err="1"/>
              <a:t>microservices</a:t>
            </a:r>
            <a:endParaRPr lang="fr-FR" dirty="0"/>
          </a:p>
          <a:p>
            <a:pPr marL="0" indent="0" algn="l">
              <a:buNone/>
              <a:defRPr sz="2400"/>
            </a:pP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73</Words>
  <Application>Microsoft Office PowerPoint</Application>
  <PresentationFormat>Affichage à l'écran (4:3)</PresentationFormat>
  <Paragraphs>49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Office Theme</vt:lpstr>
      <vt:lpstr>Présentation</vt:lpstr>
      <vt:lpstr>Architecture</vt:lpstr>
      <vt:lpstr>IU-TaskManager</vt:lpstr>
      <vt:lpstr>Structure Angular</vt:lpstr>
      <vt:lpstr>Communication</vt:lpstr>
      <vt:lpstr>Observables</vt:lpstr>
      <vt:lpstr>Promises</vt:lpstr>
      <vt:lpstr>RxJS</vt:lpstr>
      <vt:lpstr>Bonnes pratiques</vt:lpstr>
      <vt:lpstr>Composants essentiels du frontend TaskManager</vt:lpstr>
      <vt:lpstr>Observable vs Promise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</dc:title>
  <dc:subject/>
  <dc:creator/>
  <cp:keywords/>
  <dc:description>generated using python-pptx</dc:description>
  <cp:lastModifiedBy>Kwame</cp:lastModifiedBy>
  <cp:revision>6</cp:revision>
  <dcterms:created xsi:type="dcterms:W3CDTF">2013-01-27T09:14:16Z</dcterms:created>
  <dcterms:modified xsi:type="dcterms:W3CDTF">2026-07-02T17:22:38Z</dcterms:modified>
  <cp:category/>
</cp:coreProperties>
</file>